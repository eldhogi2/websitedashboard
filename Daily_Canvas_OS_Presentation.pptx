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linen texture">
            <a:extLst>
              <a:ext uri="{FF2B5EF4-FFF2-40B4-BE49-F238E27FC236}">
                <a16:creationId xmlns:a16="http://schemas.microsoft.com/office/drawing/2014/main" id="{3A83BA10-1C99-1AC2-29CF-4B3348D13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0" r="8278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GB" sz="3100"/>
              <a:t>The Daily Canvas 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GB" sz="1200"/>
              <a:t>A Modular, AI-Powered Productivity Dashboard</a:t>
            </a:r>
          </a:p>
          <a:p>
            <a:pPr algn="l">
              <a:lnSpc>
                <a:spcPct val="90000"/>
              </a:lnSpc>
            </a:pPr>
            <a:r>
              <a:rPr lang="en-GB" sz="1200"/>
              <a:t>Developed by Eldho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System Architecture &amp; Tech Stack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GB" sz="2100"/>
              <a:t>Built entirely with Vanilla JavaScript (ES6+), HTML5, and CSS3.</a:t>
            </a:r>
          </a:p>
          <a:p>
            <a:pPr lvl="1"/>
            <a:r>
              <a:rPr lang="en-GB" sz="2100"/>
              <a:t>API Integrations: Google Gemini 2.5 (LLM), Open-Meteo, CoinGecko, and Wikimedia.</a:t>
            </a:r>
          </a:p>
          <a:p>
            <a:pPr lvl="1"/>
            <a:r>
              <a:rPr lang="en-GB" sz="2100"/>
              <a:t>DOM Physics Engine: Custom JS mathematics for 20px 'Snap-to-Grid' draggable widgets.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UI/UX &amp; Visual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GB" sz="2100"/>
              <a:t>The 'Chameleon' Visual Engine</a:t>
            </a:r>
          </a:p>
          <a:p>
            <a:pPr lvl="1"/>
            <a:r>
              <a:rPr lang="en-GB" sz="2100"/>
              <a:t>Utilizes HTML5 Canvas and ColorThief.js to dynamically extract RGB values from background art.</a:t>
            </a:r>
          </a:p>
          <a:p>
            <a:r>
              <a:rPr lang="en-GB" sz="2100"/>
              <a:t>Zen Mode: Hardware-toggled (Esc key) UI decluttering for deep focus.</a:t>
            </a:r>
          </a:p>
          <a:p>
            <a:pPr lvl="1"/>
            <a:r>
              <a:rPr lang="en-GB" sz="2100"/>
              <a:t>Glassmorphism UI: CSS backdrop-filters for a modern, sleek aesthetic.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Student-Centric Power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GB" sz="2100"/>
              <a:t>Smart Command Router</a:t>
            </a:r>
          </a:p>
          <a:p>
            <a:pPr lvl="1"/>
            <a:r>
              <a:rPr lang="en-GB" sz="2100"/>
              <a:t>Intercepts '/ai' for Gemini queries and '/t' for task logging directly from the search bar.</a:t>
            </a:r>
          </a:p>
          <a:p>
            <a:r>
              <a:rPr lang="en-GB" sz="2100"/>
              <a:t>Active Recall Flashcards: State-managed study tool with 3D CSS flip animations.</a:t>
            </a:r>
          </a:p>
          <a:p>
            <a:r>
              <a:rPr lang="en-GB" sz="2100"/>
              <a:t>Floating Notes: Draggable text editors with one-click .txt file exporting.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Data Persistence &amp; Portability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GB" sz="2100"/>
              <a:t>Zero-Database Architecture</a:t>
            </a:r>
          </a:p>
          <a:p>
            <a:pPr lvl="1"/>
            <a:r>
              <a:rPr lang="en-GB" sz="2100"/>
              <a:t>Utilizes browser localStorage to serialize arrays and objects (Tasks, Settings, Layout).</a:t>
            </a:r>
          </a:p>
          <a:p>
            <a:r>
              <a:rPr lang="en-GB" sz="2100"/>
              <a:t>Consistency Heatmap: Visual data matrix rendering daily activity.</a:t>
            </a:r>
          </a:p>
          <a:p>
            <a:r>
              <a:rPr lang="en-GB" sz="2100"/>
              <a:t>System Export: Converts all local state memory into a downloadable JSON backup via the Blob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The Daily Canvas OS</vt:lpstr>
      <vt:lpstr>System Architecture &amp; Tech Stack</vt:lpstr>
      <vt:lpstr>UI/UX &amp; Visual Engineering</vt:lpstr>
      <vt:lpstr>Student-Centric Power Features</vt:lpstr>
      <vt:lpstr>Data Persistence &amp; Portability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Eldho Gibi</cp:lastModifiedBy>
  <cp:revision>2</cp:revision>
  <dcterms:created xsi:type="dcterms:W3CDTF">2013-01-27T09:14:16Z</dcterms:created>
  <dcterms:modified xsi:type="dcterms:W3CDTF">2026-03-30T04:00:49Z</dcterms:modified>
  <cp:category/>
</cp:coreProperties>
</file>